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2F3FA-F5DE-47B5-034E-FE64CD413C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7646EE-23E8-F82C-16F2-D356C3CD24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69EB7-F162-9399-6A2F-C4D304454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9EA5-FCEE-42EF-A633-0FC8027967F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F7A44-BBE3-A90C-F52F-980AD14CE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09F5E-6BBF-33D7-6F66-1FF841B57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302AB-128D-4E36-9C84-3DFC679F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64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09BD7-5BD0-F818-56CE-A5FD6F615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8D33F-C3C0-1155-5877-7C618C55C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38E03-7B84-63B7-9A48-098A823CD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9EA5-FCEE-42EF-A633-0FC8027967F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FBCBB-CA36-D4EE-E532-9AAEEDA50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FAB05-0093-C1D8-536A-49D0A54E0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302AB-128D-4E36-9C84-3DFC679F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010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CE5F8-173E-09ED-EF81-5981F0042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FE361-6A74-8CB9-52E9-8B32C16CF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3D305-E981-6E67-049C-5946E405D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9EA5-FCEE-42EF-A633-0FC8027967F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33DEB-93A9-2B9E-7B00-A1ECCF362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C0D1F-C880-5BBE-DAF5-D772BA6D1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302AB-128D-4E36-9C84-3DFC679F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190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C1BD8-1C6D-746F-FCEA-89044D9E3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58A18-5E00-ACE2-670D-4AA666AAD5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2036B8-F9CC-CE09-C39B-F137FAF46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70AC1-3820-310C-3267-9618EFCF6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9EA5-FCEE-42EF-A633-0FC8027967F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C2AB6-04E8-AA50-D287-178E94371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EE0743-3C1B-0C01-D157-87CA505FB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302AB-128D-4E36-9C84-3DFC679F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086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8EBF1-0A6B-1480-E160-F0283AEE9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4DC7D-D5B1-26D6-3893-BABC56C9A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293CC-8D96-AEF1-E876-DF3D9CCAC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B5EF6D-FCEA-DA8A-DCFC-A6A11761C8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308F13-EB2F-036E-670C-C37DBD7E97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58233D-4953-B287-0A5E-E068FB440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9EA5-FCEE-42EF-A633-0FC8027967F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252B2A-E026-35D9-0A47-BB6AB7772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ED14A1-7254-5F1F-104A-F0E69365C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302AB-128D-4E36-9C84-3DFC679F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506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B057E-5BEA-2037-3BCC-C14587A3D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E15A91-3979-FB5C-6241-5B4B26C84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9EA5-FCEE-42EF-A633-0FC8027967F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F1025C-379A-C2F1-2242-E0C5489AD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5BB745-79D2-0DE9-5B33-EE98BB53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302AB-128D-4E36-9C84-3DFC679F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649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8153D0-19BC-DDE6-6A3B-FA43C5C36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9EA5-FCEE-42EF-A633-0FC8027967F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33A16E-F30B-25A5-2605-FDA8037A3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9812D-3724-C70A-EDC2-6C130FA61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302AB-128D-4E36-9C84-3DFC679F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006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87F3E-9E6A-A1CB-AF32-572A92B13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3C7BA-9464-C9A8-043F-DCB62FA99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3BFDC9-50C8-CC72-4A22-B3008F714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AC759-DEF2-A9AD-BCC1-F18950D1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9EA5-FCEE-42EF-A633-0FC8027967F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CBEDE6-F1EF-40F9-ECD8-DD48F80B4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B6E84-92C2-A794-9C6D-C1988B65A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302AB-128D-4E36-9C84-3DFC679F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422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1E618-909A-8330-36D0-ED3212FCE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FCC45B-BF63-1B82-3070-5C41880BD4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FE4FE4-619B-21B4-C217-C7850ECAF0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191EC-044E-4B33-87FD-E0F6AF6EA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9EA5-FCEE-42EF-A633-0FC8027967F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2FCD23-8BB0-5BBE-8277-EC079EBF7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571756-167B-A86C-5358-531BEEB9F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302AB-128D-4E36-9C84-3DFC679F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060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D64D5-FD0C-F6F5-C2FE-316EC920F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8B3997-6491-1867-1EAD-5BF71C6B5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F6C69-0E1B-13A1-00A4-771DEF64F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9EA5-FCEE-42EF-A633-0FC8027967F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AEE2E-81E6-16A5-45C7-93F677FB6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F32FB-F7DF-5E46-C53B-76F2A7C51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302AB-128D-4E36-9C84-3DFC679F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435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E6966D-D48C-6891-1D2D-A1C66BB414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49149F-8BC8-4F15-FDC5-3B7F0348B5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9F9D4-D1C3-2936-2F79-D204A2467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9EA5-FCEE-42EF-A633-0FC8027967F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C7787-D440-EC14-6DD7-4A2B46935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04381-B7CA-7041-09FD-2ABB917A4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302AB-128D-4E36-9C84-3DFC679F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69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450F69-B082-7DAC-C868-DC7E080B8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56113-EFB0-0F5C-5E95-E9A1753FB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F5304-E6EC-45E7-D1DD-F02916E67D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8C9EA5-FCEE-42EF-A633-0FC8027967F6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E154A-94EF-0E8F-19B6-68237DC49A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9D20A-C878-DDEF-660B-DBB12078E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302AB-128D-4E36-9C84-3DFC679F6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554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F7C7D8-6780-8756-7DC4-43FF40AF8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607" y="952652"/>
            <a:ext cx="9141644" cy="4957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207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22C178-7EC9-37C1-7E86-6A44E68D1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607" y="1010464"/>
            <a:ext cx="9141644" cy="484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866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Sivaraja Vaithiyalingam</dc:creator>
  <cp:lastModifiedBy>Sivaraja Vaithiyalingam</cp:lastModifiedBy>
  <cp:revision>3</cp:revision>
  <dcterms:created xsi:type="dcterms:W3CDTF">2026-05-22T17:36:44Z</dcterms:created>
  <dcterms:modified xsi:type="dcterms:W3CDTF">2026-05-23T12:30:40Z</dcterms:modified>
</cp:coreProperties>
</file>